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TraceDoc — Phase 2 Agentic Desk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Team: [Your names]</a:t>
            </a:r>
          </a:p>
          <a:p>
            <a:pPr/>
            <a:r>
              <a:t>CS-4063 · Professional Practices in IT</a:t>
            </a:r>
          </a:p>
          <a:p>
            <a:pPr/>
            <a:r>
              <a:t>Deliverable: Flask + Gemini Vision + HITL web 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Recap (baseline)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English document images → formatted .docx</a:t>
            </a:r>
          </a:p>
          <a:p>
            <a:pPr/>
            <a:r>
              <a:t>Phase 1 stack: local preprocessing + OCR-style extraction</a:t>
            </a:r>
          </a:p>
          <a:p>
            <a:pPr/>
            <a:r>
              <a:t>Limitation: static pipeline, no autonomy, no explainability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Computing as a Formal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Software work affects trust in legal, academic, and office records</a:t>
            </a:r>
          </a:p>
          <a:p>
            <a:pPr/>
            <a:r>
              <a:t>We owe competence, honesty, and proportionate safeguards to users</a:t>
            </a:r>
          </a:p>
          <a:p>
            <a:pPr/>
            <a:r>
              <a:t>TraceDoc treats every upload as potential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vs Morals (applied)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Morals: ship fast, skip review</a:t>
            </a:r>
          </a:p>
          <a:p>
            <a:pPr/>
            <a:r>
              <a:t>Ethics: document risks, log reasoning, delete temps promptly</a:t>
            </a:r>
          </a:p>
          <a:p>
            <a:pPr/>
            <a:r>
              <a:t>UI + server enforce acknowledgement when confidence &lt; 80%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Ethics in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Security: path-safe downloads, no traversal on /api/download</a:t>
            </a:r>
          </a:p>
          <a:p>
            <a:pPr/>
            <a:r>
              <a:t>Quality: heuristic decide() scores JSON structure, not vibes</a:t>
            </a:r>
          </a:p>
          <a:p>
            <a:pPr/>
            <a:r>
              <a:t>User safety: abort path when extraction is structurally invalid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Decision (speed vs rigor)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Issue: Gemini is fast but can hallucinate layout JSON</a:t>
            </a:r>
          </a:p>
          <a:p>
            <a:pPr/>
            <a:r>
              <a:t>Choice: add structural heuristics + human gate before export</a:t>
            </a:r>
          </a:p>
          <a:p>
            <a:pPr/>
            <a:r>
              <a:t>Trade-off: slightly slower UX for higher accountability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Ethical Choices Matter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Wrong .docx can misrepresent contracts or coursework</a:t>
            </a:r>
          </a:p>
          <a:p>
            <a:pPr/>
            <a:r>
              <a:t>Society loses trust in “AI document” tools without transparency</a:t>
            </a:r>
          </a:p>
          <a:p>
            <a:pPr/>
            <a:r>
              <a:t>Immutable memory log supports post-hoc audit for demos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Theory + Human-Centered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Deontology: duty to delete temp images after act/abort</a:t>
            </a:r>
          </a:p>
          <a:p>
            <a:pPr/>
            <a:r>
              <a:t>Utilitarianism: minimize API calls via bounded retries/heuristics</a:t>
            </a:r>
          </a:p>
          <a:p>
            <a:pPr/>
            <a:r>
              <a:t>HCD: readable XAI stream + plain-language risk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 / IEEE (sample mapping)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ACM 1.2 Avoid harm: block reckless export when abort</a:t>
            </a:r>
          </a:p>
          <a:p>
            <a:pPr/>
            <a:r>
              <a:t>IEEE transparency: cite compliance_db keys in the XAI trace</a:t>
            </a:r>
          </a:p>
          <a:p>
            <a:pPr/>
            <a:r>
              <a:t>Tension: cloud inference — disclose in README + UI notice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4-Step Ethical Process (documented)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Identify risk: PII in uploads + model misuse</a:t>
            </a:r>
          </a:p>
          <a:p>
            <a:pPr/>
            <a:r>
              <a:t>2. Stakeholders: student user, document subjects, developers</a:t>
            </a:r>
          </a:p>
          <a:p>
            <a:pPr/>
            <a:r>
              <a:t>3. Alternatives: full cloud vs minimized retention (we chose latter)</a:t>
            </a:r>
          </a:p>
          <a:p>
            <a:pPr/>
            <a:r>
              <a:t>4. Decision: temp storage + immediate deletion post-session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Practices vs Student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Industry: CI, threat modeling, SOC2-style logging</a:t>
            </a:r>
          </a:p>
          <a:p>
            <a:pPr/>
            <a:r>
              <a:t>Student repo: manual test + sample PDFs in TestSamples/</a:t>
            </a:r>
          </a:p>
          <a:p>
            <a:pPr/>
            <a:r>
              <a:t>Gap: formal pen-test; mitigate with input validation + least privilege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Trends: Agentic Document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Shift from batch OCR to observe→decide→act loops</a:t>
            </a:r>
          </a:p>
          <a:p>
            <a:pPr/>
            <a:r>
              <a:t>LLMs as perception, rules as guardrails</a:t>
            </a:r>
          </a:p>
          <a:p>
            <a:pPr/>
            <a:r>
              <a:t>Regulators expect explainability alongside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Full-stack wiring: Flask REST + static SPA in /web</a:t>
            </a:r>
          </a:p>
          <a:p>
            <a:pPr/>
            <a:r>
              <a:t>Responsible AI: HITL gate + JSON risk scoring</a:t>
            </a:r>
          </a:p>
          <a:p>
            <a:pPr/>
            <a:r>
              <a:t>Communication: deck + screen recording walkthrough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Work +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Remote-friendly: browser UI, no installer for reviewers</a:t>
            </a:r>
          </a:p>
          <a:p>
            <a:pPr/>
            <a:r>
              <a:t>Green angle: delete temps + avoid redundant Gemini calls on hard fail</a:t>
            </a:r>
          </a:p>
          <a:p>
            <a:pPr/>
            <a:r>
              <a:t>Honest claim: quantify vs Phase 1 in your narration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Responsibilities (developer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PECA 2016 mindset: limit unauthorized processing of sensitive scans</a:t>
            </a:r>
          </a:p>
          <a:p>
            <a:pPr/>
            <a:r>
              <a:t>GDPR-style minimization: no long-term image retention in app</a:t>
            </a:r>
          </a:p>
          <a:p>
            <a:pPr/>
            <a:r>
              <a:t>User education: show compliance sidebar + data notice in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IPR + 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Student-authored UI + agent glue code (set your license)</a:t>
            </a:r>
          </a:p>
          <a:p>
            <a:pPr/>
            <a:r>
              <a:t>python-docx / Flask / Google SDKs: follow upstream licenses</a:t>
            </a:r>
          </a:p>
          <a:p>
            <a:pPr/>
            <a:r>
              <a:t>Dataset: only use images you have rights to demonstrate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Crime / Abuse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Risk: adversarial text in image → prompt injection JSON</a:t>
            </a:r>
          </a:p>
          <a:p>
            <a:pPr/>
            <a:r>
              <a:t>Mitigation: injection substring scan collapses confidence</a:t>
            </a:r>
          </a:p>
          <a:p>
            <a:pPr/>
            <a:r>
              <a:t>Risk: malicious filename — server stores UUID.png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Contracts + Terms (if you ship publicly)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ToS: no warranty on extracted text accuracy</a:t>
            </a:r>
          </a:p>
          <a:p>
            <a:pPr/>
            <a:r>
              <a:t>Age/consent if storing accounts (not in this MVP)</a:t>
            </a:r>
          </a:p>
          <a:p>
            <a:pPr/>
            <a:r>
              <a:t>Document override path for wrongful processing requests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Limits of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Single-shot conversion with limited feedback</a:t>
            </a:r>
          </a:p>
          <a:p>
            <a:pPr/>
            <a:r>
              <a:t>No structured explainability for graders or users</a:t>
            </a:r>
          </a:p>
          <a:p>
            <a:pPr/>
            <a:r>
              <a:t>No explicit autonomy level or memory 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System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Perceive: preprocess + Gemini vision JSON</a:t>
            </a:r>
          </a:p>
          <a:p>
            <a:pPr/>
            <a:r>
              <a:t>Decide: heuristic confidence + policy checks</a:t>
            </a:r>
          </a:p>
          <a:p>
            <a:pPr/>
            <a:r>
              <a:t>Act: python-docx export after human authorization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 (guideline §III)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00000"/>
          <a:ext cx="73152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00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TraceDoc Phase 2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runs one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proposes + human authorizes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Static OCR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+ heuristics + compliance RAG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Reactive file-in/file-out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Proactive XAI feed + policy gate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Tool → Agent: system proposes export, human confirms</a:t>
            </a:r>
          </a:p>
          <a:p>
            <a:pPr/>
            <a:r>
              <a:t>Reactive → Proactive: streaming XAI trace before gate</a:t>
            </a:r>
          </a:p>
          <a:p>
            <a:pPr/>
            <a:r>
              <a:t>Learning: append-only JSON logs for audit demos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(repo layout)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implementation/web — SPA assets (HTML/CSS/JS)</a:t>
            </a:r>
          </a:p>
          <a:p>
            <a:pPr/>
            <a:r>
              <a:t>implementation/src — Flask app.py + agent/* + pipeline/*</a:t>
            </a:r>
          </a:p>
          <a:p>
            <a:pPr/>
            <a:r>
              <a:t>implementation/slides — programmatic PowerPoint builder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Goal-based agent: deliver accountable .docx with trace</a:t>
            </a:r>
          </a:p>
          <a:p>
            <a:pPr/>
            <a:r>
              <a:t>Bounded autonomy: server rejects act when decision is abort</a:t>
            </a:r>
          </a:p>
          <a:p>
            <a:pPr/>
            <a:r>
              <a:t>Justification: legal-grade docs need deterministic guardrails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POST /api/agent/perceive_decide with multipart image</a:t>
            </a:r>
          </a:p>
          <a:p>
            <a:pPr/>
            <a:r>
              <a:t>UI renders blocks + confidence gate</a:t>
            </a:r>
          </a:p>
          <a:p>
            <a:pPr/>
            <a:r>
              <a:t>POST /api/agent/act with optional acknowledge_risk under 80%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LLM: Gemini vision for transcription + style hints</a:t>
            </a:r>
          </a:p>
          <a:p>
            <a:pPr/>
            <a:r>
              <a:t>Rules: decide() mean score + injection heuristics</a:t>
            </a:r>
          </a:p>
          <a:p>
            <a:pPr/>
            <a:r>
              <a:t>RAG-style law snippets: compliance_db.json via /api/compliance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Short-term: Flask SESSION_STATE dict per upload</a:t>
            </a:r>
          </a:p>
          <a:p>
            <a:pPr/>
            <a:r>
              <a:t>Long-term: confidence_log.json + xai_logs.json</a:t>
            </a:r>
          </a:p>
          <a:p>
            <a:pPr/>
            <a:r>
              <a:t>Nothing replaces enterprise KMS — scope honesty in talk track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Autonomy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Semi-autonomous: model proposes, human authorizes export</a:t>
            </a:r>
          </a:p>
          <a:p>
            <a:pPr/>
            <a:r>
              <a:t>Full autonomy deferred: would need stronger eval harness</a:t>
            </a:r>
          </a:p>
          <a:p>
            <a:pPr/>
            <a:r>
              <a:t>Demonstrate override via Abort session button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Gate screen shows computed % + risk copy</a:t>
            </a:r>
          </a:p>
          <a:p>
            <a:pPr/>
            <a:r>
              <a:t>Checkbox + JSON acknowledge_risk for &lt;80% exports</a:t>
            </a:r>
          </a:p>
          <a:p>
            <a:pPr/>
            <a:r>
              <a:t>Download only serves sanitized .docx filenames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Agent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Privacy: temp file removed on success, abort, and error paths</a:t>
            </a:r>
          </a:p>
          <a:p>
            <a:pPr/>
            <a:r>
              <a:t>Bias: disclose English-print assumption in README</a:t>
            </a:r>
          </a:p>
          <a:p>
            <a:pPr/>
            <a:r>
              <a:t>Transparency: audit JSON column in UI after export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drift / API outage → empty JSON → abort UX</a:t>
            </a:r>
          </a:p>
          <a:p>
            <a:pPr/>
            <a:r>
              <a:t>Over-trust in green/yellow bars → require narration in video</a:t>
            </a:r>
          </a:p>
          <a:p>
            <a:pPr/>
            <a:r>
              <a:t>Misuse: do not run on confidential third-party data without consent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Structured logging to disk for demo replay</a:t>
            </a:r>
          </a:p>
          <a:p>
            <a:pPr/>
            <a:r>
              <a:t>Server-side enforcement mirrors UI warnings</a:t>
            </a:r>
          </a:p>
          <a:p>
            <a:pPr/>
            <a:r>
              <a:t>Easy kill-switch: revoke GEMINI_API_KEY in .env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