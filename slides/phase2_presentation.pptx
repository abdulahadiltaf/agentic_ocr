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Phase 2: OCR Agentic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Team: [Names]</a:t>
            </a:r>
          </a:p>
          <a:p>
            <a:pPr/>
            <a:r>
              <a:t>FAST-NUCES BSAI</a:t>
            </a:r>
          </a:p>
          <a:p>
            <a:pPr/>
            <a:r>
              <a:t>Professional Practices in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Input: JPG/PNG → .docx via Tesseract</a:t>
            </a:r>
          </a:p>
          <a:p>
            <a:pPr/>
            <a:r>
              <a:t>Formatting: bold, headings, alignment</a:t>
            </a:r>
          </a:p>
          <a:p>
            <a:pPr/>
            <a:r>
              <a:t>GUI: Tkinter | Stack: pytesseract + python-docx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Computing as a Formal 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Dev responsibility: user trust + societal impact</a:t>
            </a:r>
          </a:p>
          <a:p>
            <a:pPr/>
            <a:r>
              <a:t>OCR affects document accessibility for real users</a:t>
            </a:r>
          </a:p>
          <a:p>
            <a:pPr/>
            <a:r>
              <a:t>Professional duty beyond functional correctness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vs Morals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Morals: personal (skip validation = save time)</a:t>
            </a:r>
          </a:p>
          <a:p>
            <a:pPr/>
            <a:r>
              <a:t>Ethics: professional (validate = protect users)</a:t>
            </a:r>
          </a:p>
          <a:p>
            <a:pPr/>
            <a:r>
              <a:t>Our app chose professional responsibility over convenience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Code quality: adaptiveThreshold &gt; simple threshold</a:t>
            </a:r>
          </a:p>
          <a:p>
            <a:pPr/>
            <a:r>
              <a:t>Security: no image data retained after processing</a:t>
            </a:r>
          </a:p>
          <a:p>
            <a:pPr/>
            <a:r>
              <a:t>User safety: confidence threshold guards output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Decision Made in 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Decision: Speed vs Quality in preprocessing</a:t>
            </a:r>
          </a:p>
          <a:p>
            <a:pPr/>
            <a:r>
              <a:t>Chose: GaussianBlur + adaptiveThreshold (slower, accurate)</a:t>
            </a:r>
          </a:p>
          <a:p>
            <a:pPr/>
            <a:r>
              <a:t>Rejected: direct threshold (fast, high error rate)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Ethical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trust: wrong OCR = wrong legal/academic documents</a:t>
            </a:r>
          </a:p>
          <a:p>
            <a:pPr/>
            <a:r>
              <a:t>Societal: accessible document conversion for all</a:t>
            </a:r>
          </a:p>
          <a:p>
            <a:pPr/>
            <a:r>
              <a:t>System trust: deterministic, auditable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Theories &amp; Human-Centered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Utilitarianism: local processing serves max users (no cloud cost)</a:t>
            </a:r>
          </a:p>
          <a:p>
            <a:pPr/>
            <a:r>
              <a:t>Deontology: user data NEVER stored — duty regardless of outcome</a:t>
            </a:r>
          </a:p>
          <a:p>
            <a:pPr/>
            <a:r>
              <a:t>HCD: GUI designed for non-technical users; no addictive loops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 / IEEE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ACM 1.1 ✓ Public interest: free, offline document access</a:t>
            </a:r>
          </a:p>
          <a:p>
            <a:pPr/>
            <a:r>
              <a:t>ACM 2.1 ✓ Quality: confidence filtering + smoke test</a:t>
            </a:r>
          </a:p>
          <a:p>
            <a:pPr/>
            <a:r>
              <a:t>ACM 1.7 ⚠ Privacy: images processed locally ONLY — document this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Decision Process (4-Step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Issue: user image privacy during OCR processing</a:t>
            </a:r>
          </a:p>
          <a:p>
            <a:pPr/>
            <a:r>
              <a:t>2. Stakeholders: students, offices, developers</a:t>
            </a:r>
          </a:p>
          <a:p>
            <a:pPr/>
            <a:r>
              <a:t>3. Alternatives: cloud OCR vs local Tesseract</a:t>
            </a:r>
          </a:p>
          <a:p>
            <a:pPr/>
            <a:r>
              <a:t>4. Decision: maintain local processing for data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Development &amp; Industry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Student: solo dev, manual testing, local git</a:t>
            </a:r>
          </a:p>
          <a:p>
            <a:pPr/>
            <a:r>
              <a:t>Software house: CI/CD, PR reviews, sprint planning, QA</a:t>
            </a:r>
          </a:p>
          <a:p>
            <a:pPr/>
            <a:r>
              <a:t>Gap: no AI bias audit, no accessibility testing done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 in IT &amp; Agentic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Rise of autonomous document processing agents</a:t>
            </a:r>
          </a:p>
          <a:p>
            <a:pPr/>
            <a:r>
              <a:t>LLMs replacing rule-based OCR post-processing</a:t>
            </a:r>
          </a:p>
          <a:p>
            <a:pPr/>
            <a:r>
              <a:t>Industry shift: tools → agents with decision loops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This Project Helps Your Career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Stack: Python + OCR + NLP + Agent design</a:t>
            </a:r>
          </a:p>
          <a:p>
            <a:pPr/>
            <a:r>
              <a:t>Ethics: demonstrates responsible AI awareness</a:t>
            </a:r>
          </a:p>
          <a:p>
            <a:pPr/>
            <a:r>
              <a:t>Portfolio: end-to-end agentic desktop 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Work &amp;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Collaboration: Git branches + async PR reviews</a:t>
            </a:r>
          </a:p>
          <a:p>
            <a:pPr/>
            <a:r>
              <a:t>Green: local compute — no cloud energy consumption</a:t>
            </a:r>
          </a:p>
          <a:p>
            <a:pPr/>
            <a:r>
              <a:t>Efficiency: batch processing reduces redundant OCR calls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Aspects of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PII stored — user owns their document images</a:t>
            </a:r>
          </a:p>
          <a:p>
            <a:pPr/>
            <a:r>
              <a:t>Developer liability: incorrect OCR output disclosure</a:t>
            </a:r>
          </a:p>
          <a:p>
            <a:pPr/>
            <a:r>
              <a:t>Compliance: GDPR mindset even for desktop tools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Intellectual Property Rights (IPR)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App: MIT License — open, student-owned</a:t>
            </a:r>
          </a:p>
          <a:p>
            <a:pPr/>
            <a:r>
              <a:t>Dependency: Tesseract Apache 2.0, python-docx MIT</a:t>
            </a:r>
          </a:p>
          <a:p>
            <a:pPr/>
            <a:r>
              <a:t>GDPR mindset: data minimization by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Crimes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Risk: malicious image with embedded exploit payload</a:t>
            </a:r>
          </a:p>
          <a:p>
            <a:pPr/>
            <a:r>
              <a:t>Risk: output .docx used to deliver macro virus</a:t>
            </a:r>
          </a:p>
          <a:p>
            <a:pPr/>
            <a:r>
              <a:t>Mitigation: input format validation + no macro 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Desktop local app: no ToS required currently</a:t>
            </a:r>
          </a:p>
          <a:p>
            <a:pPr/>
            <a:r>
              <a:t>If distributed: EULA must cover output accuracy limits</a:t>
            </a:r>
          </a:p>
          <a:p>
            <a:pPr/>
            <a:r>
              <a:t>PECA 2016: unauthorized document duplication liability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Limitations of 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Static single-pass pipeline — no retry on low confidence</a:t>
            </a:r>
          </a:p>
          <a:p>
            <a:pPr/>
            <a:r>
              <a:t>No learning from past OCR failures</a:t>
            </a:r>
          </a:p>
          <a:p>
            <a:pPr/>
            <a:r>
              <a:t>No autonomy: every decision requires user trigger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System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Perceive: image → OCR DataFrame</a:t>
            </a:r>
          </a:p>
          <a:p>
            <a:pPr/>
            <a:r>
              <a:t>Decide: confidence gate → export or retry</a:t>
            </a:r>
          </a:p>
          <a:p>
            <a:pPr/>
            <a:r>
              <a:t>Act: format + export | Learn: log to confidence_log.json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Analysis: Phase 1 vs Agentic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00000"/>
          <a:ext cx="73152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00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Agentic Version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User-driven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System-driven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Static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Adaptive (conf loop)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Proactive retry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Tool → Agent: pipeline now has decision logic</a:t>
            </a:r>
          </a:p>
          <a:p>
            <a:pPr/>
            <a:r>
              <a:t>Reactive → Proactive: retries before user notices failure</a:t>
            </a:r>
          </a:p>
          <a:p>
            <a:pPr/>
            <a:r>
              <a:t>Goal: deliver high-confidence .docx autonomously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perceive.py → decide.py → act.py → memory.py</a:t>
            </a:r>
          </a:p>
          <a:p>
            <a:pPr/>
            <a:r>
              <a:t>loop.py orchestrates full Observe→Act→Learn cycle</a:t>
            </a:r>
          </a:p>
          <a:p>
            <a:pPr/>
            <a:r>
              <a:t>Memory: short-term (DataFrame) + long-term (JSON log)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Type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Type: Goal-Based Agent</a:t>
            </a:r>
          </a:p>
          <a:p>
            <a:pPr/>
            <a:r>
              <a:t>Goal: export .docx with mean_conf ≥ 60</a:t>
            </a:r>
          </a:p>
          <a:p>
            <a:pPr/>
            <a:r>
              <a:t>Justified: measurable, bounded, user-verifiable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Observe: load image via perceive()</a:t>
            </a:r>
          </a:p>
          <a:p>
            <a:pPr/>
            <a:r>
              <a:t>Decide: evaluate conf → retry or export</a:t>
            </a:r>
          </a:p>
          <a:p>
            <a:pPr/>
            <a:r>
              <a:t>Act: export + log session to confidence_log.json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Current: rule-based (confidence threshold in decide.py)</a:t>
            </a:r>
          </a:p>
          <a:p>
            <a:pPr/>
            <a:r>
              <a:t># TODO Phase 2: LLM layout classifier (Claude/GPT)</a:t>
            </a:r>
          </a:p>
          <a:p>
            <a:pPr/>
            <a:r>
              <a:t>Rules give explainability; LLM gives adaptability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Short-term: OCR DataFrame in session RAM</a:t>
            </a:r>
          </a:p>
          <a:p>
            <a:pPr/>
            <a:r>
              <a:t>Long-term: confidence_log.json persists across runs</a:t>
            </a:r>
          </a:p>
          <a:p>
            <a:pPr/>
            <a:r>
              <a:t>Future: vector store for document layout learning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Autonomy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Semi-autonomous: agent decides retry, human confirms export</a:t>
            </a:r>
          </a:p>
          <a:p>
            <a:pPr/>
            <a:r>
              <a:t>Justified: document accuracy is legally critical</a:t>
            </a:r>
          </a:p>
          <a:p>
            <a:pPr/>
            <a:r>
              <a:t>Full autonomy deferred to Phase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Control point: GUI confirm dialog before final export</a:t>
            </a:r>
          </a:p>
          <a:p>
            <a:pPr/>
            <a:r>
              <a:t>Override: re-upload image triggers new agent loop</a:t>
            </a:r>
          </a:p>
          <a:p>
            <a:pPr/>
            <a:r>
              <a:t>Transparency: confidence % shown in status_lbl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Agent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Privacy: no image retained after act() completes</a:t>
            </a:r>
          </a:p>
          <a:p>
            <a:pPr/>
            <a:r>
              <a:t>Bias: confidence threshold same for all text types</a:t>
            </a:r>
          </a:p>
          <a:p>
            <a:pPr/>
            <a:r>
              <a:t>Transparency: mean_conf shown to user before export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Risk: low-conf OCR produces wrong document silently</a:t>
            </a:r>
          </a:p>
          <a:p>
            <a:pPr/>
            <a:r>
              <a:t>Risk: over-automation removes human accuracy check</a:t>
            </a:r>
          </a:p>
          <a:p>
            <a:pPr/>
            <a:r>
              <a:t>Risk: log file misused to profile user documents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Logging: every session → confidence_log.json</a:t>
            </a:r>
          </a:p>
          <a:p>
            <a:pPr/>
            <a:r>
              <a:t>Override: user can reject and re-upload at any retry</a:t>
            </a:r>
          </a:p>
          <a:p>
            <a:pPr/>
            <a:r>
              <a:t>Explainability: mean_conf surfaced in GUI + CLI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